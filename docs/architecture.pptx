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6F9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E8EEF8"/>
                </a:solidFill>
                <a:latin typeface="Yu Gothic UI"/>
              </a:rPr>
              <a:t>ComfyDir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6F9EE6"/>
                </a:solidFill>
                <a:latin typeface="Yu Gothic U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8B4C9"/>
                </a:solidFill>
                <a:latin typeface="Yu Gothic UI"/>
              </a:rPr>
              <a:t>ComfyUI 生成画像と埋め込みプロンプトをローカルブラウザで整理するツール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8B4C9"/>
                </a:solidFill>
                <a:latin typeface="Yu Gothic UI"/>
              </a:rPr>
              <a:t>FastAPI · SQLite · Pillow · watchdog · Vanilla 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F9EE6"/>
                </a:solidFill>
                <a:latin typeface="Yu Gothic UI"/>
              </a:rPr>
              <a:t>https://github.com/HIDEPON-UMG/ComfyImageOrganizer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9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EF8"/>
                </a:solidFill>
                <a:latin typeface="Yu Gothic UI"/>
              </a:rPr>
              <a:t>Layered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4C9"/>
                </a:solidFill>
                <a:latin typeface="Yu Gothic UI"/>
              </a:rPr>
              <a:t>5 layer view (User / Application / Logic / Data / External)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5447" y="137160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4A86C9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95447" y="1410462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USER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447" y="1760220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Browser (Vanilla JS, EventSource, localStorage)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5447" y="233172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426FA0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5447" y="2370582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47" y="2720340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FastAPI + uvicorn  ·  routes.py  (REST + SSE)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447" y="329184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5447" y="3330702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LOGIC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447" y="3680460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comfy_prompt.py  (graph traversal)   |   scanner.py  (watchdog)   |   thumbnail.py  (Pillow)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5447" y="425196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49866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5447" y="4290822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447" y="4640580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SQLite (data/index.sqlite)   |   thumbnail cache (data/thumbs/)   |   server.log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5447" y="521208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966E4A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5447" y="5250942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EXTERNAL /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5447" y="5600700"/>
            <a:ext cx="6400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Watched folders on filesystem   ·   ComfyUI output PNG with tEXt metadata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62007.5" y="1554480"/>
            <a:ext cx="0.0" cy="3657600"/>
          </a:xfrm>
          <a:prstGeom prst="bentConnector3">
            <a:avLst/>
          </a:prstGeom>
          <a:ln w="25400">
            <a:solidFill>
              <a:srgbClr val="6F9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753447" y="1554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B4C9"/>
                </a:solidFill>
                <a:latin typeface="Yu Gothic UI"/>
              </a:rPr>
              <a:t>request / event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B4C9"/>
                </a:solidFill>
                <a:latin typeface="Yu Gothic UI"/>
              </a:rPr>
              <a:t>All layers run on a single machine (127.0.0.1). Nothing leaves the host.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9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EF8"/>
                </a:solidFill>
                <a:latin typeface="Yu Gothic UI"/>
              </a:rPr>
              <a:t>Module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4C9"/>
                </a:solidFill>
                <a:latin typeface="Yu Gothic UI"/>
              </a:rPr>
              <a:t>src/comfy_image_organizer/ の主要モジュールと責務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426FA0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9606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Yu Gothic UI"/>
              </a:rPr>
              <a:t>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1660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FastAPI app + lifespan + ログ設定 (file + console)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426FA0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19606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Yu Gothic UI"/>
              </a:rPr>
              <a:t>routes.py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51660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REST API + SSE エンドポイント (フォルダ/画像/タグ/メモ/移動)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62606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Yu Gothic UI"/>
              </a:rPr>
              <a:t>scanner.py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4660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起動時フルスキャン + watchdog Observer + asyncio.Queue で SSE 配信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514600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62606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Yu Gothic UI"/>
              </a:rPr>
              <a:t>comfy_prompt.py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994660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PNG tEXt → JSON → KSampler → CLIPTextEncode → 中継ノード再帰追跡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05606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Yu Gothic UI"/>
              </a:rPr>
              <a:t>thumbnail.py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37660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Pillow でリサイズ → data/thumbs/{sha1}_{w}.webp にキャッシュ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657600"/>
            <a:ext cx="5303520" cy="960120"/>
          </a:xfrm>
          <a:prstGeom prst="roundRect">
            <a:avLst>
              <a:gd name="adj" fmla="val 5000"/>
            </a:avLst>
          </a:prstGeom>
          <a:solidFill>
            <a:srgbClr val="49866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705606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Yu Gothic UI"/>
              </a:rPr>
              <a:t>db.py / repo.py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37660"/>
            <a:ext cx="530352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SQLite 接続 + スキーマ + 軽量マイグレーション + CRUD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9204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4A86C9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30902"/>
            <a:ext cx="10972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EEF8"/>
                </a:solidFill>
                <a:latin typeface="Yu Gothic UI"/>
              </a:rPr>
              <a:t>static/ (index.html + app.js + style.css)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80660"/>
            <a:ext cx="10972800" cy="349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Vanilla JS の SPA 風 UI · ビルドステップなし · localStorage に UI 状態保存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9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EF8"/>
                </a:solidFill>
                <a:latin typeface="Yu Gothic UI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4C9"/>
                </a:solidFill>
                <a:latin typeface="Yu Gothic UI"/>
              </a:rPr>
              <a:t>(1) 起動時スキャン  ·  (2) ブラウザ操作  ·  (3) 新規画像の自動取り込み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03120" cy="502920"/>
          </a:xfrm>
          <a:prstGeom prst="roundRect">
            <a:avLst>
              <a:gd name="adj" fmla="val 5000"/>
            </a:avLst>
          </a:prstGeom>
          <a:solidFill>
            <a:srgbClr val="4A86C9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96746"/>
            <a:ext cx="21031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0743" y="1371600"/>
            <a:ext cx="2103120" cy="502920"/>
          </a:xfrm>
          <a:prstGeom prst="roundRect">
            <a:avLst>
              <a:gd name="adj" fmla="val 5000"/>
            </a:avLst>
          </a:prstGeom>
          <a:solidFill>
            <a:srgbClr val="426FA0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50743" y="1396746"/>
            <a:ext cx="21031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FastAPI /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4287" y="1371600"/>
            <a:ext cx="2103120" cy="50292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4287" y="1396746"/>
            <a:ext cx="21031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scanner / parser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7831" y="1371600"/>
            <a:ext cx="2103120" cy="502920"/>
          </a:xfrm>
          <a:prstGeom prst="roundRect">
            <a:avLst>
              <a:gd name="adj" fmla="val 5000"/>
            </a:avLst>
          </a:prstGeom>
          <a:solidFill>
            <a:srgbClr val="49866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7831" y="1396746"/>
            <a:ext cx="21031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SQLite + thumbs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5" y="1371600"/>
            <a:ext cx="2103120" cy="502920"/>
          </a:xfrm>
          <a:prstGeom prst="roundRect">
            <a:avLst>
              <a:gd name="adj" fmla="val 5000"/>
            </a:avLst>
          </a:prstGeom>
          <a:solidFill>
            <a:srgbClr val="966E4A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31375" y="1396746"/>
            <a:ext cx="2103120" cy="251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8EEF8"/>
                </a:solidFill>
                <a:latin typeface="Yu Gothic UI"/>
              </a:rPr>
              <a:t>Filesystem (watch)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08760.0" y="1874520"/>
            <a:ext cx="0.0" cy="4526280"/>
          </a:xfrm>
          <a:prstGeom prst="line">
            <a:avLst/>
          </a:prstGeom>
          <a:ln w="6350">
            <a:solidFill>
              <a:srgbClr val="4A5A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02303.75" y="1874520"/>
            <a:ext cx="0.0" cy="4526280"/>
          </a:xfrm>
          <a:prstGeom prst="line">
            <a:avLst/>
          </a:prstGeom>
          <a:ln w="6350">
            <a:solidFill>
              <a:srgbClr val="4A5A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.5" y="1874520"/>
            <a:ext cx="0.0" cy="4526280"/>
          </a:xfrm>
          <a:prstGeom prst="line">
            <a:avLst/>
          </a:prstGeom>
          <a:ln w="6350">
            <a:solidFill>
              <a:srgbClr val="4A5A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89391.25" y="1874520"/>
            <a:ext cx="0.0" cy="4526280"/>
          </a:xfrm>
          <a:prstGeom prst="line">
            <a:avLst/>
          </a:prstGeom>
          <a:ln w="6350">
            <a:solidFill>
              <a:srgbClr val="4A5A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682935.0" y="1874520"/>
            <a:ext cx="0.0" cy="4526280"/>
          </a:xfrm>
          <a:prstGeom prst="line">
            <a:avLst/>
          </a:prstGeom>
          <a:ln w="6350">
            <a:solidFill>
              <a:srgbClr val="4A5A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" y="2331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6F9EE6"/>
                </a:solidFill>
                <a:latin typeface="Yu Gothic UI"/>
              </a:rPr>
              <a:t>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02303.75" y="2377440"/>
            <a:ext cx="2293543.75" cy="0"/>
          </a:xfrm>
          <a:prstGeom prst="bentConnector3">
            <a:avLst/>
          </a:prstGeom>
          <a:ln w="15875">
            <a:solidFill>
              <a:srgbClr val="6F9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77475" y="2084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lifespan: full_scan(folder)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5847.5" y="2743200"/>
            <a:ext cx="4587087.5" cy="0"/>
          </a:xfrm>
          <a:prstGeom prst="bentConnector3">
            <a:avLst/>
          </a:prstGeom>
          <a:ln w="15875">
            <a:solidFill>
              <a:srgbClr val="966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17791" y="2450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rglob *.png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5847.5" y="3108960"/>
            <a:ext cx="2293543.75" cy="0"/>
          </a:xfrm>
          <a:prstGeom prst="bentConnector3">
            <a:avLst/>
          </a:prstGeom>
          <a:ln w="15875">
            <a:solidFill>
              <a:srgbClr val="498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71019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upsert images / tags 保持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6F9EE6"/>
                </a:solidFill>
                <a:latin typeface="Yu Gothic UI"/>
              </a:rPr>
              <a:t>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08760.0" y="3840480"/>
            <a:ext cx="2293543.75" cy="0"/>
          </a:xfrm>
          <a:prstGeom prst="bentConnector3">
            <a:avLst/>
          </a:prstGeom>
          <a:ln w="15875">
            <a:solidFill>
              <a:srgbClr val="4A86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83931" y="35478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GET /api/images?q=&amp;tags=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02303.75" y="4206240"/>
            <a:ext cx="4587087.5" cy="0"/>
          </a:xfrm>
          <a:prstGeom prst="bentConnector3">
            <a:avLst/>
          </a:prstGeom>
          <a:ln w="15875">
            <a:solidFill>
              <a:srgbClr val="498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724247" y="39136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SQL (LIKE / JOIN)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508760.0" y="4572000"/>
            <a:ext cx="2293543.75" cy="0"/>
          </a:xfrm>
          <a:prstGeom prst="bentConnector3">
            <a:avLst/>
          </a:prstGeom>
          <a:ln w="15875">
            <a:solidFill>
              <a:srgbClr val="6F9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83931" y="4279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JSON list + thumb URLs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" y="5257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6F9EE6"/>
                </a:solidFill>
                <a:latin typeface="Yu Gothic UI"/>
              </a:rPr>
              <a:t>③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095847.5" y="5303520"/>
            <a:ext cx="4587087.5" cy="0"/>
          </a:xfrm>
          <a:prstGeom prst="bentConnector3">
            <a:avLst/>
          </a:prstGeom>
          <a:ln w="15875">
            <a:solidFill>
              <a:srgbClr val="966E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17791" y="5010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watchdog: on_created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5847.5" y="5669280"/>
            <a:ext cx="2293543.75" cy="0"/>
          </a:xfrm>
          <a:prstGeom prst="bentConnector3">
            <a:avLst/>
          </a:prstGeom>
          <a:ln w="15875">
            <a:solidFill>
              <a:srgbClr val="6E55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871019" y="53766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extract + upsert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08760.0" y="6035040"/>
            <a:ext cx="2293543.75" cy="0"/>
          </a:xfrm>
          <a:prstGeom prst="bentConnector3">
            <a:avLst/>
          </a:prstGeom>
          <a:ln w="15875">
            <a:solidFill>
              <a:srgbClr val="6F9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83931" y="57424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8B4C9"/>
                </a:solidFill>
                <a:latin typeface="Yu Gothic UI"/>
              </a:rPr>
              <a:t>SSE: image_added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8B4C9"/>
                </a:solidFill>
                <a:latin typeface="Yu Gothic UI"/>
              </a:rPr>
              <a:t>SHA-1 ベースの upsert なので、ファイル名変更でもタグ・メモを引き継ぐ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9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EEF8"/>
                </a:solidFill>
                <a:latin typeface="Yu Gothic UI"/>
              </a:rPr>
              <a:t>ComfyUI Prompt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4C9"/>
                </a:solidFill>
                <a:latin typeface="Yu Gothic UI"/>
              </a:rPr>
              <a:t>PNG tEXt から Positive / Negative を取り出すグラフ追跡ロジック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966E4A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4188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8EEF8"/>
                </a:solidFill>
                <a:latin typeface="Yu Gothic UI"/>
              </a:rPr>
              <a:t>PNG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8B4C9"/>
                </a:solidFill>
                <a:latin typeface="Yu Gothic UI"/>
              </a:rPr>
              <a:t>img.text['prompt']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.0" y="2286000"/>
            <a:ext cx="0.0" cy="502920"/>
          </a:xfrm>
          <a:prstGeom prst="bentConnector3">
            <a:avLst/>
          </a:prstGeom>
          <a:ln w="12700">
            <a:solidFill>
              <a:srgbClr val="6F9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78892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49866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0068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8EEF8"/>
                </a:solidFill>
                <a:latin typeface="Yu Gothic UI"/>
              </a:rPr>
              <a:t>graph (JSON)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8B4C9"/>
                </a:solidFill>
                <a:latin typeface="Yu Gothic UI"/>
              </a:rPr>
              <a:t>{ node_id: { class_type, inputs } }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.0" y="3611880"/>
            <a:ext cx="0.0" cy="502920"/>
          </a:xfrm>
          <a:prstGeom prst="bentConnector3">
            <a:avLst/>
          </a:prstGeom>
          <a:ln w="12700">
            <a:solidFill>
              <a:srgbClr val="6F9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411480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426FA0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55948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8EEF8"/>
                </a:solidFill>
                <a:latin typeface="Yu Gothic UI"/>
              </a:rPr>
              <a:t>KSampler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8B4C9"/>
                </a:solidFill>
                <a:latin typeface="Yu Gothic UI"/>
              </a:rPr>
              <a:t>inputs.positive / inputs.negative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.0" y="4937760"/>
            <a:ext cx="0.0" cy="502920"/>
          </a:xfrm>
          <a:prstGeom prst="bentConnector3">
            <a:avLst/>
          </a:prstGeom>
          <a:ln w="12700">
            <a:solidFill>
              <a:srgbClr val="6F9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544068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81828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8EEF8"/>
                </a:solidFill>
                <a:latin typeface="Yu Gothic UI"/>
              </a:rPr>
              <a:t>CLIPTextEncode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8B4C9"/>
                </a:solidFill>
                <a:latin typeface="Yu Gothic UI"/>
              </a:rPr>
              <a:t>inputs.text  (str or [node, slot])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76656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807708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8EEF8"/>
                </a:solidFill>
                <a:latin typeface="Yu Gothic UI"/>
              </a:rPr>
              <a:t>Text Concatenate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178040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8B4C9"/>
                </a:solidFill>
                <a:latin typeface="Yu Gothic UI"/>
              </a:rPr>
              <a:t>text_a / text_b / delimiter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809244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6E559E"/>
          </a:solidFill>
          <a:ln w="9525">
            <a:solidFill>
              <a:srgbClr val="4A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8133588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8EEF8"/>
                </a:solidFill>
                <a:latin typeface="Yu Gothic UI"/>
              </a:rPr>
              <a:t>Power Prompt (rgthree)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8503920"/>
            <a:ext cx="219456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A8B4C9"/>
                </a:solidFill>
                <a:latin typeface="Yu Gothic UI"/>
              </a:rPr>
              <a:t>inputs.prompt (本文)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1463040"/>
            <a:ext cx="8168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F9EE6"/>
                </a:solidFill>
                <a:latin typeface="Yu Gothic UI"/>
              </a:rPr>
              <a:t>Extraction 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19202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9EE6"/>
                </a:solidFill>
                <a:latin typeface="Yu Gothic UI"/>
              </a:rPr>
              <a:t>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1920240"/>
            <a:ext cx="78025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EF8"/>
                </a:solidFill>
                <a:latin typeface="Yu Gothic UI"/>
              </a:rPr>
              <a:t>PIL.Image.open → img.text['prompt'] を JSON パース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7889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9EE6"/>
                </a:solidFill>
                <a:latin typeface="Yu Gothic UI"/>
              </a:rPr>
              <a:t>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788920"/>
            <a:ext cx="78025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EF8"/>
                </a:solidFill>
                <a:latin typeface="Yu Gothic UI"/>
              </a:rPr>
              <a:t>class_type が KSampler / KSamplerAdvanced / SamplerCustom 等の ノードを列挙し、inputs.positive / inputs.negative の参照 [node_id, slot] を取得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657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9EE6"/>
                </a:solidFill>
                <a:latin typeface="Yu Gothic UI"/>
              </a:rPr>
              <a:t>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657600"/>
            <a:ext cx="78025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EF8"/>
                </a:solidFill>
                <a:latin typeface="Yu Gothic UI"/>
              </a:rPr>
              <a:t>参照先が CLIPTextEncode 系なら text / text_g / text_l を取得。値が文字列ならそのまま、参照リストなら _resolve_string_value で 上流ノードを再帰追跡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52628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9EE6"/>
                </a:solidFill>
                <a:latin typeface="Yu Gothic UI"/>
              </a:rPr>
              <a:t>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526280"/>
            <a:ext cx="78025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EF8"/>
                </a:solidFill>
                <a:latin typeface="Yu Gothic UI"/>
              </a:rPr>
              <a:t>中継ノード (Text Concatenate / Power Prompt rgthree など) では inputs の text* / string* / prompt* / value / prepend / append を ノードの delimiter で連結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3949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F9EE6"/>
                </a:solidFill>
                <a:latin typeface="Yu Gothic UI"/>
              </a:rPr>
              <a:t>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394960"/>
            <a:ext cx="78025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EF8"/>
                </a:solidFill>
                <a:latin typeface="Yu Gothic UI"/>
              </a:rPr>
              <a:t>解釈に失敗した場合は全 CLIPTextEncode の text を Positive に フォールバック連結。raw JSON は常に DB に保存しデバッグに活用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